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AI创新信息采集报告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极客"四维过滤器"分析框架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2026年4月15日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4572000"/>
            <a:ext cx="2743200" cy="45720"/>
          </a:xfrm>
          <a:prstGeom prst="rect">
            <a:avLst/>
          </a:prstGeom>
          <a:solidFill>
            <a:srgbClr val="1C729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四维过滤器 - 本周评分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931920" cy="201168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54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技术前沿度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SOTA &amp; Research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⭐⭐⭐⭐⭐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量子AI理论突破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931920" cy="201168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554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落地可行性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0" y="19659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2377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2834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OpenClaw引领Agent革命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3931920" cy="201168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840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工具效率比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31520" y="42519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663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⭐⭐⭐⭐⭐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5120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小模型10x效率提升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657600"/>
            <a:ext cx="3931920" cy="201168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3840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行业渗透率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029200" y="42519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Impact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4663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⭐⭐⭐⭐⭐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29200" y="5120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企业采用率飙升40%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三大突破性趋势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融资天花板被打破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6916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1220亿美元单笔融资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估值8520亿美元，创商业史记录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Q1全球AI融资2748亿美元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7160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轻量化模型革命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3154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1.5B参数模型性能媲美7B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树莓派可流畅运行AI应用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边缘计算时代真正到来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06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716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Agent元年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46177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从对话助手到自主决策智能体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OpenClaw突破10万星标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Gartner: 2026年40%应用集成Agent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Trending 热门项目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63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OpenClaw - AI Agent框架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100,000+ Stars | 2026年增长最快项目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系统级自主操作（非简单工具调用）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微核+插件+网关架构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支持GPT/Claude/Gemini/DeepSeek统一管理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效率提升: 10x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657600"/>
            <a:ext cx="3931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749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Skill Seekers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023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自动生成AI技能，效率提升5x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389120"/>
            <a:ext cx="3931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480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DeepSeek-R1-Qwen-1.5B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754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1.5B参数，树莓派可跑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Q1 全球AI投融资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651760" cy="182880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2,748亿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美元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融资总额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+417%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371600"/>
            <a:ext cx="2651760" cy="182880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6459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807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383280" y="2286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起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2651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融资事件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2971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+6.3%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1371600"/>
            <a:ext cx="2651760" cy="182880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6459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3.4亿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309360" y="2286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美元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2651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平均单笔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2971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+385%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solidFill>
            <a:srgbClr val="21295C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OpenAI史上最大私募融资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42976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1220亿美元 | 估值8520亿美元 | 领投：亚马逊(500亿)、英伟达、软银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企业AI采用率飙升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Deloitte 2026 AI报告关键发现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员工AI访问权限增长：2025年增长50%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大规模部署企业：≥40%员工使用AI的企业数量翻倍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转型性影响：报告转型影响的领导者数量翻倍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业务重塑：仅34%企业真正重塑业务模式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114800"/>
            <a:ext cx="8229600" cy="118872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🔮 Gartner预测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4709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2026年：40%企业应用将集成AI Agent（2025年仅5%）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2035年：AI Agent占企业软件市场30%（4500亿美元）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Hunt 热门AI产品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25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Thumbfa.st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1325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391票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YouTube缩略图AI生成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成本仅为传统设计师1/10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822960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697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Mochi Focus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58000" y="2697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304票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1089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成长型专注计时器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3832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RPG游戏化，50级升级系统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822960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069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remio 2.0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58000" y="4069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467票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44805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第二大脑知识库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检索时间缩短80%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行动建议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企业决策者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1. 立即制定AI Agent集成策略（窗口期仅3-6个月）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2. 投资员工AI素养培训 &gt; 招聘新人才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3. 关注应用层商业化，避免盲目追逐大模型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技术开发者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1. 掌握轻量化模型部署（1.5B-7B参数）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2. 深度参与OpenClaw等高星开源项目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56616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3. 建立arXiv + GitHub Trending监控体系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投资人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1520" y="438912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1. 关注AI+垂直行业应用（医疗/法律/教育）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66344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2. 警惕无商业闭环的概念项目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93776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3. 应用层价值洼地显现，硬件投资高峰已过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核心信息源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100584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25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AI/ML最新论文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arxiv.org/list/cs.AI/recent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4114800" cy="100584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325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Trending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6459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每日热门开源项目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0" y="18745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github.com/trending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4114800" cy="100584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14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IT桔子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28346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AI投融资动态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0632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itjuzi.com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46320" y="2377440"/>
            <a:ext cx="4114800" cy="100584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2514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Hunt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0" y="28346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创新产品发现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30632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producthunt.com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4114800" cy="100584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703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Papers with Code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40233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论文+代码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2519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paperswithcode.com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3566160"/>
            <a:ext cx="4114800" cy="100584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3703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 Face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29200" y="40233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模型与数据集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42519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huggingface.co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感谢阅读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下期报告：2026年4月22日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GitHub仓库：github.com/dyc712/ai-innovation-resources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0" y="4389120"/>
            <a:ext cx="365760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AI创新观察  |  每周更新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AI创新信息采集报告 2026-04-15</dc:title>
  <dc:subject>AI Industry Analysis</dc:subject>
  <dc:creator>AI Innovation Team</dc:creator>
  <cp:lastModifiedBy>AI Innovation Team</cp:lastModifiedBy>
  <cp:revision>1</cp:revision>
  <dcterms:created xsi:type="dcterms:W3CDTF">2026-04-15T00:07:07Z</dcterms:created>
  <dcterms:modified xsi:type="dcterms:W3CDTF">2026-04-15T00:07:07Z</dcterms:modified>
</cp:coreProperties>
</file>