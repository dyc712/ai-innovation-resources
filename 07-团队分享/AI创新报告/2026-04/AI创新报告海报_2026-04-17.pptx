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AI创新信息采集报告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极客四维过滤器：技术前沿度 × 落地可行性 × 工具效率比 × 行业渗透率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2026年4月17日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4572000"/>
            <a:ext cx="2743200" cy="9144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核心摘要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2026年4月AI行业呈现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爆发式增长态势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模型能力跃迁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Claude Mythos发现27年零日漏洞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GPT-5.4经济价值评分83%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产业资本疯狂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5204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OpenAI完成1220亿美元融资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Anthropic年收入300亿美元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4480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应用范式转变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800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从对话式AI转向行动式Agent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具身智能成投资第一赛道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2026-04-17T00:05:56Z</dcterms:created>
  <dcterms:modified xsi:type="dcterms:W3CDTF">2026-04-17T00:05:56Z</dcterms:modified>
</cp:coreProperties>
</file>