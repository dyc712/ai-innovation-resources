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14630400"/>
  <p:notesSz cx="146304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AI创新信息采集报告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2026年2月15日 | 极客四维过滤器视角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核心摘要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Self-Distillation持续学习：AI进入自我进化时代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2491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多模态爆发：Seedance 2.0实现音视频原生同步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7355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🌏 中国开源崛起：占HuggingFace微调模型63%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2219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企业采用率88%：但仅39%实现可量化商业价值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37083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Agentic AI：已接管30%企业任务自动化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四维过滤器评分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5577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技术前沿度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40480" y="5577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</a:rPr>
              <a:t>⭐⭐⭐⭐⭐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60720" y="5577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Self-Distillation、动态记忆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989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落地可行性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0480" y="5989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</a:rPr>
              <a:t>⭐⭐⭐⭐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60720" y="5989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工具链成熟但ROI待提升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工具效率比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40480" y="6400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</a:rPr>
              <a:t>⭐⭐⭐⭐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60720" y="6400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节省15000+工时/月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812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行业渗透率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40480" y="6812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6167"/>
                </a:solidFill>
              </a:rPr>
              <a:t>⭐⭐⭐⭐⭐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60720" y="6812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88%企业采用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7498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顶级模型发布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457200" y="7955280"/>
            <a:ext cx="82296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80284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080" y="824788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0" y="8092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 token上下文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8595360"/>
            <a:ext cx="8229600" cy="548640"/>
          </a:xfrm>
          <a:prstGeom prst="rect">
            <a:avLst/>
          </a:prstGeom>
          <a:solidFill>
            <a:srgbClr val="0F1A3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86685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GPT-5.3-Codex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0080" y="888796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57600" y="8732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SWE-Bench 57%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57200" y="9235440"/>
            <a:ext cx="82296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9308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0080" y="952804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智谱AI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57600" y="9372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745B参数MoE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57200" y="9875520"/>
            <a:ext cx="8229600" cy="548640"/>
          </a:xfrm>
          <a:prstGeom prst="rect">
            <a:avLst/>
          </a:prstGeom>
          <a:solidFill>
            <a:srgbClr val="0F1A3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99486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3.5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0080" y="1016812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阿里巴巴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657600" y="10012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混合MoE架构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57200" y="10515600"/>
            <a:ext cx="82296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1058875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RynnBrain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0080" y="1080820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阿里达摩院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657600" y="10652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首个时空记忆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57200" y="11430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GitHub Trending</a:t>
            </a:r>
            <a:endParaRPr lang="en-US" sz="2800" dirty="0"/>
          </a:p>
        </p:txBody>
      </p:sp>
      <p:sp>
        <p:nvSpPr>
          <p:cNvPr id="51" name="Shape 49"/>
          <p:cNvSpPr/>
          <p:nvPr/>
        </p:nvSpPr>
        <p:spPr>
          <a:xfrm>
            <a:off x="457200" y="11887200"/>
            <a:ext cx="4572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2" name="Text 50"/>
          <p:cNvSpPr/>
          <p:nvPr/>
        </p:nvSpPr>
        <p:spPr>
          <a:xfrm>
            <a:off x="640080" y="1188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SynkraAI/aios-core - AI编排全栈开发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57200" y="12344400"/>
            <a:ext cx="4572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" y="1234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ChatDev 2.0 - 零代码多Agent协作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457200" y="12801600"/>
            <a:ext cx="4572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" y="12801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ChromeDevTools MCP - AI自主调试浏览器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457200" y="13258800"/>
            <a:ext cx="4572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8" name="Text 56"/>
          <p:cNvSpPr/>
          <p:nvPr/>
        </p:nvSpPr>
        <p:spPr>
          <a:xfrm>
            <a:off x="640080" y="13258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TradingAgents-CN - 中国金融AI框架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457200" y="13716000"/>
            <a:ext cx="4572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0" name="Text 58"/>
          <p:cNvSpPr/>
          <p:nvPr/>
        </p:nvSpPr>
        <p:spPr>
          <a:xfrm>
            <a:off x="640080" y="13716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PageIndex - 98.7%准确率RAG检索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457200" y="1444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商业洞察</a:t>
            </a:r>
            <a:endParaRPr lang="en-US" sz="2800" dirty="0"/>
          </a:p>
        </p:txBody>
      </p:sp>
      <p:sp>
        <p:nvSpPr>
          <p:cNvPr id="62" name="Shape 60"/>
          <p:cNvSpPr/>
          <p:nvPr/>
        </p:nvSpPr>
        <p:spPr>
          <a:xfrm>
            <a:off x="457200" y="14904720"/>
            <a:ext cx="2560320" cy="1097280"/>
          </a:xfrm>
          <a:prstGeom prst="rect">
            <a:avLst/>
          </a:prstGeom>
          <a:solidFill>
            <a:srgbClr val="1E2761"/>
          </a:solidFill>
          <a:ln w="38100">
            <a:solidFill>
              <a:srgbClr val="F9616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1508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88%</a:t>
            </a:r>
            <a:endParaRPr lang="en-US" sz="4000" dirty="0"/>
          </a:p>
        </p:txBody>
      </p:sp>
      <p:sp>
        <p:nvSpPr>
          <p:cNvPr id="64" name="Text 62"/>
          <p:cNvSpPr/>
          <p:nvPr/>
        </p:nvSpPr>
        <p:spPr>
          <a:xfrm>
            <a:off x="548640" y="15499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全球企业AI采用率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548640" y="157734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YoY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291840" y="14904720"/>
            <a:ext cx="2560320" cy="1097280"/>
          </a:xfrm>
          <a:prstGeom prst="rect">
            <a:avLst/>
          </a:prstGeom>
          <a:solidFill>
            <a:srgbClr val="1E2761"/>
          </a:solidFill>
          <a:ln w="38100">
            <a:solidFill>
              <a:srgbClr val="F9616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91840" y="1508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$405B</a:t>
            </a:r>
            <a:endParaRPr lang="en-US" sz="4000" dirty="0"/>
          </a:p>
        </p:txBody>
      </p:sp>
      <p:sp>
        <p:nvSpPr>
          <p:cNvPr id="68" name="Text 66"/>
          <p:cNvSpPr/>
          <p:nvPr/>
        </p:nvSpPr>
        <p:spPr>
          <a:xfrm>
            <a:off x="3383280" y="15499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Tech AI投资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3383280" y="157734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+62% YoY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126480" y="14904720"/>
            <a:ext cx="2560320" cy="1097280"/>
          </a:xfrm>
          <a:prstGeom prst="rect">
            <a:avLst/>
          </a:prstGeom>
          <a:solidFill>
            <a:srgbClr val="1E2761"/>
          </a:solidFill>
          <a:ln w="38100">
            <a:solidFill>
              <a:srgbClr val="F9616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26480" y="1508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39%</a:t>
            </a:r>
            <a:endParaRPr lang="en-US" sz="4000" dirty="0"/>
          </a:p>
        </p:txBody>
      </p:sp>
      <p:sp>
        <p:nvSpPr>
          <p:cNvPr id="72" name="Text 70"/>
          <p:cNvSpPr/>
          <p:nvPr/>
        </p:nvSpPr>
        <p:spPr>
          <a:xfrm>
            <a:off x="6217920" y="15499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实现商业价值企业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6217920" y="157734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价值鸿沟警示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0" y="1645920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5" name="Text 73"/>
          <p:cNvSpPr/>
          <p:nvPr/>
        </p:nvSpPr>
        <p:spPr>
          <a:xfrm>
            <a:off x="457200" y="16596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数据来源：GitHub、ArXiv、Hugging Face、Product Hunt、Reddit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457200" y="16870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由AI智能体自动生成 | 完整报告请查看 AI创新报告_2026-02-15.md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2026-02-15T15:33:08Z</dcterms:created>
  <dcterms:modified xsi:type="dcterms:W3CDTF">2026-02-15T15:33:08Z</dcterms:modified>
</cp:coreProperties>
</file>