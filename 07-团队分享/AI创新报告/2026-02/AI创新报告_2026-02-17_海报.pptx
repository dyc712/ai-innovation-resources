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5A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AI创新报告</a:t>
            </a:r>
            <a:endParaRPr lang="en-US" sz="6600" dirty="0"/>
          </a:p>
        </p:txBody>
      </p:sp>
      <p:sp>
        <p:nvSpPr>
          <p:cNvPr id="3" name="Text 1"/>
          <p:cNvSpPr/>
          <p:nvPr/>
        </p:nvSpPr>
        <p:spPr>
          <a:xfrm>
            <a:off x="457200" y="2926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2026年2月17日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3657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极客"四维过滤器" | 技术前沿度 • 落地可行性 • 工具效率比 • 行业渗透率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200400" y="4389120"/>
            <a:ext cx="2743200" cy="4572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4754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OpenClaw AI创新情报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65A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📌 核心摘要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731520" y="1188720"/>
            <a:ext cx="7680960" cy="914400"/>
          </a:xfrm>
          <a:prstGeom prst="rect">
            <a:avLst/>
          </a:prstGeom>
          <a:solidFill>
            <a:srgbClr val="F2F2F2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3258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🎯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645920" y="128016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小模型逆袭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645920" y="164592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OpenDataLab的MMFineReason（4B）通过数据工程击败30B模型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2286000"/>
            <a:ext cx="7680960" cy="914400"/>
          </a:xfrm>
          <a:prstGeom prst="rect">
            <a:avLst/>
          </a:prstGeom>
          <a:solidFill>
            <a:srgbClr val="F2F2F2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4231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⚡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1645920" y="237744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扩散模型突破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645920" y="274320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100B参数的LLaDA2.1跑出892 tokens/秒，挑战自回归霸权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31520" y="3383280"/>
            <a:ext cx="7680960" cy="914400"/>
          </a:xfrm>
          <a:prstGeom prst="rect">
            <a:avLst/>
          </a:prstGeom>
          <a:solidFill>
            <a:srgbClr val="F2F2F2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35204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🎬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1645920" y="347472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AI视频电影级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645920" y="384048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ByteDance的Seedance 2.0获贾樟柯等导演背书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关键数据：Claude Code预计2026年底贡献GitHub 20%代码提交 | 智谱AI发布GLM-5后股价暴涨60%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65A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🔬 模型与研究深度</a:t>
            </a:r>
            <a:endParaRPr lang="en-US" sz="4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2743200"/>
        </p:xfrm>
        <a:graphic>
          <a:graphicData uri="http://schemas.openxmlformats.org/drawingml/2006/table">
            <a:tbl>
              <a:tblPr/>
              <a:tblGrid>
                <a:gridCol w="2057400"/>
                <a:gridCol w="2057400"/>
                <a:gridCol w="2057400"/>
                <a:gridCol w="205740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模型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参数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核心突破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评级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GLM-5 (智谱)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745B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工程级编码，SWE-Bench 70%+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⭐⭐⭐⭐⭐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Claude Opus 4.6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?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1M上下文，Agent Teams协作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⭐⭐⭐⭐⭐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MMFineReason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4B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180万CoT样本，4B打败30B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⭐⭐⭐⭐⭐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LLaDA2.1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100B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扩散模型，892 tokens/秒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⭐⭐⭐⭐⭐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MiniCPM-o 2.6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8B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端侧多模态，匹敌GPT-4o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⭐⭐⭐⭐⭐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5" name="Text 2"/>
          <p:cNvSpPr/>
          <p:nvPr/>
        </p:nvSpPr>
        <p:spPr>
          <a:xfrm>
            <a:off x="457200" y="1097280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模型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2514600" y="1097280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参数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0" y="1097280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核心突破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629400" y="1097280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评级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57200" y="43891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趋势：小模型通过数据工程逆袭大模型，扩散模型开辟LLM第二条技术路径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65A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🛠️ GitHub Trending热门项目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4114800" cy="1280160"/>
          </a:xfrm>
          <a:prstGeom prst="rect">
            <a:avLst/>
          </a:prstGeom>
          <a:solidFill>
            <a:srgbClr val="F2F2F2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32588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chrome-devtools-mcp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73736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+363⭐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205740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Agent自动调试浏览器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800600" y="1188720"/>
            <a:ext cx="4114800" cy="1280160"/>
          </a:xfrm>
          <a:prstGeom prst="rect">
            <a:avLst/>
          </a:prstGeom>
          <a:solidFill>
            <a:srgbClr val="F2F2F2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983480" y="132588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Personal_AI_Infrastructure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983480" y="173736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+595⭐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983480" y="205740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个人AI基础设施框架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651760"/>
            <a:ext cx="4114800" cy="1280160"/>
          </a:xfrm>
          <a:prstGeom prst="rect">
            <a:avLst/>
          </a:prstGeom>
          <a:solidFill>
            <a:srgbClr val="F2F2F2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278892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free-llm-api-resources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0080" y="320040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+392⭐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0080" y="352044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免费LLM API资源大全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800600" y="2651760"/>
            <a:ext cx="4114800" cy="1280160"/>
          </a:xfrm>
          <a:prstGeom prst="rect">
            <a:avLst/>
          </a:prstGeom>
          <a:solidFill>
            <a:srgbClr val="F2F2F2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83480" y="278892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nanochat (karpathy)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983480" y="320040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41.5k⭐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983480" y="352044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单GPU训练GPT-2（$73）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nanochat民主化LLM训练：$73即可训练GPT-2级模型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65A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📊 行业渗透率与商业观察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2743200" cy="1828800"/>
          </a:xfrm>
          <a:prstGeom prst="rect">
            <a:avLst/>
          </a:prstGeom>
          <a:solidFill>
            <a:srgbClr val="1C7293"/>
          </a:solidFill>
          <a:ln w="38100">
            <a:solidFill>
              <a:srgbClr val="065A8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20%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640080" y="246888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Code预计2026年底贡献GitHub代码提交占比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355848" y="1371600"/>
            <a:ext cx="2743200" cy="1828800"/>
          </a:xfrm>
          <a:prstGeom prst="rect">
            <a:avLst/>
          </a:prstGeom>
          <a:solidFill>
            <a:srgbClr val="1C7293"/>
          </a:solidFill>
          <a:ln w="38100">
            <a:solidFill>
              <a:srgbClr val="065A8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355848" y="164592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+60%</a:t>
            </a:r>
            <a:endParaRPr lang="en-US" sz="5600" dirty="0"/>
          </a:p>
        </p:txBody>
      </p:sp>
      <p:sp>
        <p:nvSpPr>
          <p:cNvPr id="8" name="Text 6"/>
          <p:cNvSpPr/>
          <p:nvPr/>
        </p:nvSpPr>
        <p:spPr>
          <a:xfrm>
            <a:off x="3538728" y="246888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智谱AI发布GLM-5后股价单日涨幅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54496" y="1371600"/>
            <a:ext cx="2743200" cy="1828800"/>
          </a:xfrm>
          <a:prstGeom prst="rect">
            <a:avLst/>
          </a:prstGeom>
          <a:solidFill>
            <a:srgbClr val="1C7293"/>
          </a:solidFill>
          <a:ln w="38100">
            <a:solidFill>
              <a:srgbClr val="065A8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54496" y="164592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100万+</a:t>
            </a:r>
            <a:endParaRPr lang="en-US" sz="5600" dirty="0"/>
          </a:p>
        </p:txBody>
      </p:sp>
      <p:sp>
        <p:nvSpPr>
          <p:cNvPr id="11" name="Text 9"/>
          <p:cNvSpPr/>
          <p:nvPr/>
        </p:nvSpPr>
        <p:spPr>
          <a:xfrm>
            <a:off x="6437376" y="246888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GLM-4.7-Flash两周内Hugging Face下载量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3931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📈 市场趋势：从"模型炫技"到"工程落地"，垂直行业解决方案成为新战场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4389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春节档"AI补贴大战"：腾讯、阿里等投入数十亿，Seedance 2.0、GLM-5驱动股价暴涨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65A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🎯 每日一练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640080" y="1188720"/>
            <a:ext cx="457200" cy="457200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188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280160" y="1234440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体验"小模型打败大模型"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280160" y="1554480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部署MMFineReason进行多模态推理测试，对比GPT-4V在科学图表解析任务上的表现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280160" y="1874520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clone https://huggingface.co/OpenDataArena/mmfinereason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40080" y="2423160"/>
            <a:ext cx="457200" cy="457200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423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280160" y="2468880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搭建个人AI基础设施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280160" y="2788920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使用Personal_AI_Infrastructure框架构建自己的Agent系统，集成免费LLM API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280160" y="3108960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clone https://github.com/danielmiessler/Personal_AI_Infrastructure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40080" y="3657600"/>
            <a:ext cx="457200" cy="457200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657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1280160" y="3703320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试用Chrome DevTools MCP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280160" y="4023360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让AI Agent自动调试Web应用，对比手动调试vs AI自动调试的效率差异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280160" y="4343400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install chrome-devtools-mcp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65A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感谢观看</a:t>
            </a:r>
            <a:endParaRPr lang="en-US" sz="5200" dirty="0"/>
          </a:p>
        </p:txBody>
      </p:sp>
      <p:sp>
        <p:nvSpPr>
          <p:cNvPr id="3" name="Text 1"/>
          <p:cNvSpPr/>
          <p:nvPr/>
        </p:nvSpPr>
        <p:spPr>
          <a:xfrm>
            <a:off x="457200" y="2560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下期预告：GPT-5完整版发布观察 | NVIDIA GTC 2026新品分析 | AI监管政策欧美对比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743200" y="3200400"/>
            <a:ext cx="3657600" cy="4572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3657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OpenClaw AI助手 | 报告更新时间：每天08:00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4114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🔗 https://github.com/dyc712/ai-innovation-resources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2026-02-17T01:38:31Z</dcterms:created>
  <dcterms:modified xsi:type="dcterms:W3CDTF">2026-02-17T01:38:31Z</dcterms:modified>
</cp:coreProperties>
</file>